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embeddedFontLst>
    <p:embeddedFont>
      <p:font typeface="Comfortaa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3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aa0760a9f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aa0760a9f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c58db12da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4" name="Google Shape;104;g2fc58db12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3bcb75f2b_0_52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" name="Google Shape;112;g313bcb75f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9a5ea6e70_0_84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g2c9a5ea6e7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a0036e7dc_0_388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g2aa0036e7dc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a0036e7dc_0_394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" name="Google Shape;134;g2aa0036e7dc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aa0036e7dc_0_40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1" name="Google Shape;141;g2aa0036e7dc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c6c7996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c6c799643_1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4f98ab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4f98ab383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a0036e7dc_0_412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" name="Google Shape;162;g2aa0036e7dc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a0036e7dc_0_417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69" name="Google Shape;169;g2aa0036e7dc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f122f0898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76" name="Google Shape;176;g26f122f0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3b58605e8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83" name="Google Shape;183;g273b58605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f6ea3d2ae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0" name="Google Shape;190;g27f6ea3d2ae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91" name="Google Shape;191;g27f6ea3d2ae_0_191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f6ea3d2ae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g27f6ea3d2ae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a0036e7dc_0_2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a0036e7dc_0_2276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aa0036e7dc_0_2281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18" name="Google Shape;218;g2aa0036e7dc_0_2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a0036e7dc_0_2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a0036e7dc_0_2287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Assessor Guide: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the access to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https://colab.research.google.com/drive/1Z3GWKczCULhG6Gd86vvYbykwCqjcUIn9?usp=sharing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aa0036e7dc_0_2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aa0036e7dc_0_2291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aa0036e7dc_0_2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aa0036e7dc_0_2298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aa0036e7dc_0_2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aa0036e7dc_0_2303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a0036e7dc_0_2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aa0036e7dc_0_2309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4 points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8 points">
  <p:cSld name="TITLE_AND_BODY_2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age">
  <p:cSld name="TITLE_AND_BODY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 b="1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28" name="Google Shape;28;p6"/>
          <p:cNvGrpSpPr/>
          <p:nvPr/>
        </p:nvGrpSpPr>
        <p:grpSpPr>
          <a:xfrm>
            <a:off x="152400" y="2782900"/>
            <a:ext cx="4030969" cy="2010404"/>
            <a:chOff x="152400" y="2782900"/>
            <a:chExt cx="4030969" cy="2010404"/>
          </a:xfrm>
        </p:grpSpPr>
        <p:pic>
          <p:nvPicPr>
            <p:cNvPr id="29" name="Google Shape;2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94925" y="2782900"/>
              <a:ext cx="2441400" cy="111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7900" y="3955174"/>
              <a:ext cx="3135469" cy="7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6" descr="tertiarylog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3897803"/>
              <a:ext cx="895500" cy="89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Title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24965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82570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column">
  <p:cSld name="TITLE_AND_TWO_COLUMNS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249650" y="775625"/>
            <a:ext cx="49755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right column">
  <p:cSld name="TITLE_AND_TWO_COLUMNS_1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4051250" y="775625"/>
            <a:ext cx="48804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96;p36">
            <a:extLst>
              <a:ext uri="{FF2B5EF4-FFF2-40B4-BE49-F238E27FC236}">
                <a16:creationId xmlns:a16="http://schemas.microsoft.com/office/drawing/2014/main" id="{EDF8B63C-F25B-C33D-2F61-297B24F1C5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49;p11">
            <a:extLst>
              <a:ext uri="{FF2B5EF4-FFF2-40B4-BE49-F238E27FC236}">
                <a16:creationId xmlns:a16="http://schemas.microsoft.com/office/drawing/2014/main" id="{64A09343-B1C1-8CE5-DDD7-D7012580FB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10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" name="Google Shape;15;p3">
            <a:extLst>
              <a:ext uri="{FF2B5EF4-FFF2-40B4-BE49-F238E27FC236}">
                <a16:creationId xmlns:a16="http://schemas.microsoft.com/office/drawing/2014/main" id="{AF4F0E9E-A916-0ADF-9D16-657CF8361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2950" y="1386361"/>
            <a:ext cx="8678100" cy="3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62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Pte Ltd (UEN: 20120096W). All Rights Reserved</a:t>
            </a:r>
            <a:endParaRPr sz="9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.google.com/c/NjcyMjU4NzA1OTgz?cjc=ipnbph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ssroom.google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sgtraqom.qualtrics.com/jfe/form/SV_3K9i7rTJ9OLsauW?Q_CHL=q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2eumq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enquiry@tertiaryinfotech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&lt;COURSE_TITLE&gt;</a:t>
            </a:r>
            <a:endParaRPr sz="4200" dirty="0"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Version: 10.0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Trainer: </a:t>
            </a:r>
            <a:r>
              <a:rPr lang="en" dirty="0">
                <a:highlight>
                  <a:srgbClr val="FFFF00"/>
                </a:highlight>
              </a:rPr>
              <a:t>________________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Course Code: </a:t>
            </a:r>
            <a:r>
              <a:rPr lang="en-US" dirty="0"/>
              <a:t>&lt;TGS_REF_NO&gt;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Website: www.tertiarycourses.com.sg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Email: enquiry@tertiaryinfotech.com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Tel: +65 6100 0613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6129000" cy="4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It is </a:t>
            </a:r>
            <a:r>
              <a:rPr lang="en" u="sng" dirty="0">
                <a:solidFill>
                  <a:schemeClr val="dk1"/>
                </a:solidFill>
              </a:rPr>
              <a:t>mandatory</a:t>
            </a:r>
            <a:r>
              <a:rPr lang="en" dirty="0">
                <a:solidFill>
                  <a:schemeClr val="dk1"/>
                </a:solidFill>
              </a:rPr>
              <a:t> for you to take both AM and PM digital attendance especially for WSQ courses.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The trainer or administrator will show you the digital attendance QR code generated from TPG.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rPr lang="en" dirty="0">
                <a:solidFill>
                  <a:schemeClr val="dk1"/>
                </a:solidFill>
              </a:rPr>
              <a:t>Please scan the QR code from </a:t>
            </a:r>
            <a:r>
              <a:rPr lang="en" b="1" dirty="0">
                <a:solidFill>
                  <a:schemeClr val="dk1"/>
                </a:solidFill>
              </a:rPr>
              <a:t>your Singpass App</a:t>
            </a:r>
            <a:r>
              <a:rPr lang="en" dirty="0">
                <a:solidFill>
                  <a:schemeClr val="dk1"/>
                </a:solidFill>
              </a:rPr>
              <a:t> and submit your attendance.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07" name="Google Shape;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250" y="906925"/>
            <a:ext cx="2843575" cy="34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Attendance</a:t>
            </a:r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Trainer</a:t>
            </a:r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highlight>
                  <a:srgbClr val="FFFF00"/>
                </a:highlight>
              </a:rPr>
              <a:t>Please add the following info to this page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highlight>
                  <a:srgbClr val="FFFF00"/>
                </a:highlight>
              </a:rPr>
              <a:t>Screenshot of your LInkedin Profile (with profile image)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highlight>
                  <a:srgbClr val="FFFF00"/>
                </a:highlight>
              </a:rPr>
              <a:t>QR code to your Linkedin 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highlight>
                  <a:srgbClr val="FFFF00"/>
                </a:highlight>
              </a:rPr>
              <a:t>Certifications eg PL-100, AWS, CISA….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highlight>
                  <a:srgbClr val="FFFF00"/>
                </a:highlight>
              </a:rPr>
              <a:t>Sample below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794" y="2119575"/>
            <a:ext cx="4573839" cy="2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00" y="685950"/>
            <a:ext cx="7802604" cy="44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Know Each Other...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Set your mobile phone to silent mode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Actively participate in the class. No question is stupid.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Respect each other view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Exit the class silently if you need to step out for phone call, toilet break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30" name="Google Shape;13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Plan</a:t>
            </a:r>
            <a:endParaRPr sz="3600" i="0" u="none" strike="noStrike" cap="none"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</a:rPr>
              <a:t>Day 1 </a:t>
            </a:r>
            <a:endParaRPr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lang="en" sz="2400" b="1" dirty="0">
                <a:solidFill>
                  <a:srgbClr val="FF0000"/>
                </a:solidFill>
              </a:rPr>
              <a:t>Digital Attendance (AM)</a:t>
            </a:r>
            <a:endParaRPr sz="2400" b="1" dirty="0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Trainer and Learners Introduction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Learning Outcomes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Course Outline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Topic 1: ….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Lunch Break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lang="en" sz="2400" b="1" dirty="0">
                <a:solidFill>
                  <a:srgbClr val="FF0000"/>
                </a:solidFill>
              </a:rPr>
              <a:t>Digital Attendance (PM)</a:t>
            </a:r>
            <a:endParaRPr sz="2400" b="1" dirty="0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Topic 2: …. 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End of Day 1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</p:txBody>
      </p:sp>
      <p:sp>
        <p:nvSpPr>
          <p:cNvPr id="138" name="Google Shape;13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Plan</a:t>
            </a:r>
            <a:endParaRPr sz="3600" i="0" u="none" strike="noStrike" cap="none"/>
          </a:p>
        </p:txBody>
      </p:sp>
      <p:sp>
        <p:nvSpPr>
          <p:cNvPr id="144" name="Google Shape;144;p29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</a:rPr>
              <a:t>Day 2 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lang="en" sz="2400" b="1">
                <a:solidFill>
                  <a:srgbClr val="FF0000"/>
                </a:solidFill>
              </a:rPr>
              <a:t>Digital Attendance (AM)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Topic 3 …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Lunch Break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lang="en" sz="2400" b="1">
                <a:solidFill>
                  <a:srgbClr val="FF0000"/>
                </a:solidFill>
              </a:rPr>
              <a:t>Digital Attendance (PM)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Revision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>
                <a:solidFill>
                  <a:srgbClr val="FF0000"/>
                </a:solidFill>
              </a:rPr>
              <a:t>Digital Attendance (Assessment)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Final Assessment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lang="en" sz="2400" b="1">
                <a:solidFill>
                  <a:srgbClr val="FF0000"/>
                </a:solidFill>
              </a:rPr>
              <a:t>Course Feedback and TRAQOM Survey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End of Class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</p:txBody>
      </p:sp>
      <p:sp>
        <p:nvSpPr>
          <p:cNvPr id="145" name="Google Shape;14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51" name="Google Shape;151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Framework</a:t>
            </a:r>
            <a:endParaRPr dirty="0"/>
          </a:p>
        </p:txBody>
      </p:sp>
      <p:sp>
        <p:nvSpPr>
          <p:cNvPr id="152" name="Google Shape;152;p30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TSC Title: &lt;TSC_TITLE&gt;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TSC Code: &lt;TSC_CODE&gt;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latin typeface="+mn-lt"/>
              </a:rPr>
              <a:t>TSC Abilities:</a:t>
            </a:r>
            <a:endParaRPr lang="en-SG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1800" dirty="0">
                <a:latin typeface="+mn-lt"/>
              </a:rPr>
              <a:t>&lt;ABILITIES&gt;</a:t>
            </a: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latin typeface="+mn-lt"/>
              </a:rPr>
              <a:t>TSC Knowledge:</a:t>
            </a:r>
            <a:endParaRPr lang="en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1800" dirty="0">
                <a:effectLst/>
                <a:latin typeface="+mn-lt"/>
                <a:ea typeface="Arial" panose="020B0604020202020204" pitchFamily="34" charset="0"/>
              </a:rPr>
              <a:t>&lt;KNOWLEDGE&gt;</a:t>
            </a:r>
            <a:endParaRPr sz="1400" dirty="0">
              <a:latin typeface="+mn-lt"/>
            </a:endParaRPr>
          </a:p>
        </p:txBody>
      </p:sp>
      <p:sp>
        <p:nvSpPr>
          <p:cNvPr id="158" name="Google Shape;15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Framework TSC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By the end of the course, learners will be able to: </a:t>
            </a:r>
          </a:p>
          <a:p>
            <a:pPr marL="342900" indent="-342900"/>
            <a:r>
              <a:rPr lang="en" dirty="0"/>
              <a:t>&lt;LEARNING_OUTCOMES&gt;</a:t>
            </a:r>
            <a:endParaRPr lang="en" sz="2400" dirty="0">
              <a:solidFill>
                <a:schemeClr val="dk1"/>
              </a:solidFill>
            </a:endParaRPr>
          </a:p>
        </p:txBody>
      </p:sp>
      <p:sp>
        <p:nvSpPr>
          <p:cNvPr id="165" name="Google Shape;1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</a:rPr>
              <a:t>&lt;COURSE_OUTLINE&gt;</a:t>
            </a:r>
            <a:endParaRPr lang="en-SG" sz="1200" dirty="0"/>
          </a:p>
        </p:txBody>
      </p:sp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</a:rPr>
              <a:t>&lt;ASSESSMENT_METHODS&gt;</a:t>
            </a:r>
            <a:endParaRPr sz="2400" b="1" dirty="0">
              <a:solidFill>
                <a:schemeClr val="dk1"/>
              </a:solidFill>
            </a:endParaRPr>
          </a:p>
        </p:txBody>
      </p:sp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Assessment</a:t>
            </a:r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access more resources from Google classroom LMS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https://classroom.google.com/c/NjcyMjU4NzA1OTgz?cjc=ipnbph2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Alternatively. You can goto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https://classroom.google.com</a:t>
            </a:r>
            <a:r>
              <a:rPr lang="en">
                <a:solidFill>
                  <a:schemeClr val="dk1"/>
                </a:solidFill>
              </a:rPr>
              <a:t> and enter the class code  on the top right.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 Class code: ipnbph2</a:t>
            </a:r>
            <a:endParaRPr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Google Classroom LMS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1430B-EA2E-213C-D55C-90ACFDAE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" y="0"/>
            <a:ext cx="9144000" cy="1051610"/>
          </a:xfrm>
        </p:spPr>
        <p:txBody>
          <a:bodyPr/>
          <a:lstStyle/>
          <a:p>
            <a:r>
              <a:rPr lang="en-US" dirty="0"/>
              <a:t>CERTIFICATE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13585-5CC7-85CA-8173-472C4F391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50" y="1368431"/>
            <a:ext cx="8678100" cy="3284700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Two e-certificates will be awarded to trainees who have demonstrated competency in the WSQ assessment and achieved at least 75% attendance.</a:t>
            </a:r>
          </a:p>
          <a:p>
            <a:pPr marL="76200" indent="0">
              <a:buNone/>
            </a:pPr>
            <a:endParaRPr lang="en-US" dirty="0"/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SkillsFuture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WSQ Statement of Attainment (SOA) issued by WSG. Typically take 4 weeks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Certification of Completion issued by Tertiary Infotech Pte Ltd, immediately after the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&lt;TOPICS_OUTLINE&gt;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Attendance</a:t>
            </a:r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608816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It is </a:t>
            </a:r>
            <a:r>
              <a:rPr lang="en" u="sng" dirty="0">
                <a:solidFill>
                  <a:schemeClr val="dk1"/>
                </a:solidFill>
              </a:rPr>
              <a:t>mandatory</a:t>
            </a:r>
            <a:r>
              <a:rPr lang="en" dirty="0">
                <a:solidFill>
                  <a:schemeClr val="dk1"/>
                </a:solidFill>
              </a:rPr>
              <a:t> for you to take both AM and PM digital attendance especially for WSQ courses.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The trainer or administrator will show you the digital attendance QR code generated from TPG.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rPr lang="en" dirty="0">
                <a:solidFill>
                  <a:schemeClr val="dk1"/>
                </a:solidFill>
              </a:rPr>
              <a:t>Please scan the QR code from </a:t>
            </a:r>
            <a:r>
              <a:rPr lang="en" b="1" dirty="0">
                <a:solidFill>
                  <a:schemeClr val="dk1"/>
                </a:solidFill>
              </a:rPr>
              <a:t>your Singpass App</a:t>
            </a:r>
            <a:r>
              <a:rPr lang="en" dirty="0">
                <a:solidFill>
                  <a:schemeClr val="dk1"/>
                </a:solidFill>
              </a:rPr>
              <a:t> and submit your attendance.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21" name="Google Shape;22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250" y="906925"/>
            <a:ext cx="2843575" cy="34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</a:t>
            </a:r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TRAQOM Survey</a:t>
            </a:r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9900" lvl="0" indent="-3937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>
                <a:solidFill>
                  <a:srgbClr val="344054"/>
                </a:solidFill>
                <a:highlight>
                  <a:schemeClr val="lt1"/>
                </a:highlight>
              </a:rPr>
              <a:t>Access the survey </a:t>
            </a:r>
            <a:r>
              <a:rPr lang="en" u="sng" dirty="0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dirty="0"/>
          </a:p>
          <a:p>
            <a:pPr marL="469900" lvl="0" indent="-3937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Key in your Last four NRIC/FIN characters and the Six-digit course run ID to complete the survey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36" name="Google Shape;2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275" y="1839350"/>
            <a:ext cx="3041800" cy="30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Kindly submit your course feedback below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https://goo.gl/R2eumq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243" name="Google Shape;243;p43" descr="qrcode-sg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800" y="1731300"/>
            <a:ext cx="2732750" cy="273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Support</a:t>
            </a:r>
            <a:endParaRPr dirty="0"/>
          </a:p>
        </p:txBody>
      </p:sp>
      <p:sp>
        <p:nvSpPr>
          <p:cNvPr id="252" name="Google Shape;252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have any enquiries during and after the class, you can contact us below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Email: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enquiry@tertiaryinfotech.com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Tel: 61000613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Whatsapp: 61000613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631</Words>
  <Application>Microsoft Office PowerPoint</Application>
  <PresentationFormat>On-screen Show (16:9)</PresentationFormat>
  <Paragraphs>141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Comfortaa</vt:lpstr>
      <vt:lpstr>Master WSQ Slides Template</vt:lpstr>
      <vt:lpstr>&lt;COURSE_TITLE&gt;</vt:lpstr>
      <vt:lpstr>Digital Attendance</vt:lpstr>
      <vt:lpstr>About the Trainer</vt:lpstr>
      <vt:lpstr>Let's Know Each Other...</vt:lpstr>
      <vt:lpstr>Ground Rules</vt:lpstr>
      <vt:lpstr>Lesson Plan</vt:lpstr>
      <vt:lpstr>Lesson Plan</vt:lpstr>
      <vt:lpstr>Skills Framework</vt:lpstr>
      <vt:lpstr>Skills Framework TSC</vt:lpstr>
      <vt:lpstr>Learning Outcomes</vt:lpstr>
      <vt:lpstr>Course Outline</vt:lpstr>
      <vt:lpstr>Final Assessment</vt:lpstr>
      <vt:lpstr>Access Google Classroom LMS</vt:lpstr>
      <vt:lpstr>CERTIFICATE</vt:lpstr>
      <vt:lpstr>&lt;TOPICS_OUTLINE&gt;</vt:lpstr>
      <vt:lpstr>Summary Q&amp;A</vt:lpstr>
      <vt:lpstr>Digital Attendance</vt:lpstr>
      <vt:lpstr>Final  Assessment</vt:lpstr>
      <vt:lpstr>TRAQOM Survey</vt:lpstr>
      <vt:lpstr>Feedback</vt:lpstr>
      <vt:lpstr>Support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Derrick Lim</cp:lastModifiedBy>
  <cp:revision>21</cp:revision>
  <dcterms:modified xsi:type="dcterms:W3CDTF">2024-11-17T09:47:06Z</dcterms:modified>
</cp:coreProperties>
</file>